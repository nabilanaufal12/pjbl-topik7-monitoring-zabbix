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46692" y="2019876"/>
            <a:ext cx="8594616" cy="6497539"/>
            <a:chOff x="0" y="0"/>
            <a:chExt cx="2263603" cy="17112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3603" cy="1711286"/>
            </a:xfrm>
            <a:custGeom>
              <a:avLst/>
              <a:gdLst/>
              <a:ahLst/>
              <a:cxnLst/>
              <a:rect r="r" b="b" t="t" l="l"/>
              <a:pathLst>
                <a:path h="1711286" w="2263603">
                  <a:moveTo>
                    <a:pt x="45940" y="0"/>
                  </a:moveTo>
                  <a:lnTo>
                    <a:pt x="2217662" y="0"/>
                  </a:lnTo>
                  <a:cubicBezTo>
                    <a:pt x="2229846" y="0"/>
                    <a:pt x="2241532" y="4840"/>
                    <a:pt x="2250147" y="13456"/>
                  </a:cubicBezTo>
                  <a:cubicBezTo>
                    <a:pt x="2258763" y="22071"/>
                    <a:pt x="2263603" y="33756"/>
                    <a:pt x="2263603" y="45940"/>
                  </a:cubicBezTo>
                  <a:lnTo>
                    <a:pt x="2263603" y="1665346"/>
                  </a:lnTo>
                  <a:cubicBezTo>
                    <a:pt x="2263603" y="1690718"/>
                    <a:pt x="2243034" y="1711286"/>
                    <a:pt x="2217662" y="1711286"/>
                  </a:cubicBezTo>
                  <a:lnTo>
                    <a:pt x="45940" y="1711286"/>
                  </a:lnTo>
                  <a:cubicBezTo>
                    <a:pt x="33756" y="1711286"/>
                    <a:pt x="22071" y="1706446"/>
                    <a:pt x="13456" y="1697830"/>
                  </a:cubicBezTo>
                  <a:cubicBezTo>
                    <a:pt x="4840" y="1689215"/>
                    <a:pt x="0" y="1677530"/>
                    <a:pt x="0" y="1665346"/>
                  </a:cubicBezTo>
                  <a:lnTo>
                    <a:pt x="0" y="45940"/>
                  </a:lnTo>
                  <a:cubicBezTo>
                    <a:pt x="0" y="33756"/>
                    <a:pt x="4840" y="22071"/>
                    <a:pt x="13456" y="13456"/>
                  </a:cubicBezTo>
                  <a:cubicBezTo>
                    <a:pt x="22071" y="4840"/>
                    <a:pt x="33756" y="0"/>
                    <a:pt x="45940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263603" cy="1739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5342224" cy="6108572"/>
          </a:xfrm>
          <a:custGeom>
            <a:avLst/>
            <a:gdLst/>
            <a:ahLst/>
            <a:cxnLst/>
            <a:rect r="r" b="b" t="t" l="l"/>
            <a:pathLst>
              <a:path h="6108572" w="5342224">
                <a:moveTo>
                  <a:pt x="0" y="0"/>
                </a:moveTo>
                <a:lnTo>
                  <a:pt x="5342224" y="0"/>
                </a:lnTo>
                <a:lnTo>
                  <a:pt x="5342224" y="6108572"/>
                </a:lnTo>
                <a:lnTo>
                  <a:pt x="0" y="6108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088831" y="5625091"/>
            <a:ext cx="4199169" cy="4801545"/>
          </a:xfrm>
          <a:custGeom>
            <a:avLst/>
            <a:gdLst/>
            <a:ahLst/>
            <a:cxnLst/>
            <a:rect r="r" b="b" t="t" l="l"/>
            <a:pathLst>
              <a:path h="4801545" w="4199169">
                <a:moveTo>
                  <a:pt x="4199169" y="4801545"/>
                </a:moveTo>
                <a:lnTo>
                  <a:pt x="0" y="4801545"/>
                </a:lnTo>
                <a:lnTo>
                  <a:pt x="0" y="0"/>
                </a:lnTo>
                <a:lnTo>
                  <a:pt x="4199169" y="0"/>
                </a:lnTo>
                <a:lnTo>
                  <a:pt x="4199169" y="48015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96790" y="3205699"/>
            <a:ext cx="8544518" cy="403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1"/>
              </a:lnSpc>
            </a:pPr>
            <a:r>
              <a:rPr lang="en-US" sz="453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SISTEM MONITORING</a:t>
            </a:r>
          </a:p>
          <a:p>
            <a:pPr algn="ctr">
              <a:lnSpc>
                <a:spcPts val="6351"/>
              </a:lnSpc>
            </a:pPr>
            <a:r>
              <a:rPr lang="en-US" sz="453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JARINGAN BERBASIS ZABBIX</a:t>
            </a:r>
          </a:p>
          <a:p>
            <a:pPr algn="ctr">
              <a:lnSpc>
                <a:spcPts val="13488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297090" y="6591496"/>
            <a:ext cx="5693820" cy="67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9"/>
              </a:lnSpc>
              <a:spcBef>
                <a:spcPct val="0"/>
              </a:spcBef>
            </a:pPr>
            <a:r>
              <a:rPr lang="en-US" b="true" sz="3742" spc="1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Oleh : Kelompok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95225" y="1422790"/>
            <a:ext cx="11097550" cy="1283843"/>
            <a:chOff x="0" y="0"/>
            <a:chExt cx="2922812" cy="338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2812" cy="338131"/>
            </a:xfrm>
            <a:custGeom>
              <a:avLst/>
              <a:gdLst/>
              <a:ahLst/>
              <a:cxnLst/>
              <a:rect r="r" b="b" t="t" l="l"/>
              <a:pathLst>
                <a:path h="338131" w="2922812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76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21553" y="3903009"/>
            <a:ext cx="3164356" cy="2543894"/>
            <a:chOff x="0" y="0"/>
            <a:chExt cx="647700" cy="520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8684" y="13730"/>
              <a:ext cx="610333" cy="493240"/>
            </a:xfrm>
            <a:custGeom>
              <a:avLst/>
              <a:gdLst/>
              <a:ahLst/>
              <a:cxnLst/>
              <a:rect r="r" b="b" t="t" l="l"/>
              <a:pathLst>
                <a:path h="493240" w="610333">
                  <a:moveTo>
                    <a:pt x="335556" y="10701"/>
                  </a:moveTo>
                  <a:lnTo>
                    <a:pt x="598626" y="222189"/>
                  </a:lnTo>
                  <a:cubicBezTo>
                    <a:pt x="606027" y="228139"/>
                    <a:pt x="610332" y="237123"/>
                    <a:pt x="610332" y="246620"/>
                  </a:cubicBezTo>
                  <a:cubicBezTo>
                    <a:pt x="610332" y="256117"/>
                    <a:pt x="606027" y="265101"/>
                    <a:pt x="598626" y="271051"/>
                  </a:cubicBezTo>
                  <a:lnTo>
                    <a:pt x="335556" y="482539"/>
                  </a:lnTo>
                  <a:cubicBezTo>
                    <a:pt x="317808" y="496807"/>
                    <a:pt x="292524" y="496807"/>
                    <a:pt x="274776" y="482539"/>
                  </a:cubicBezTo>
                  <a:lnTo>
                    <a:pt x="11706" y="271051"/>
                  </a:lnTo>
                  <a:cubicBezTo>
                    <a:pt x="4305" y="265101"/>
                    <a:pt x="0" y="256117"/>
                    <a:pt x="0" y="246620"/>
                  </a:cubicBezTo>
                  <a:cubicBezTo>
                    <a:pt x="0" y="237123"/>
                    <a:pt x="4305" y="228139"/>
                    <a:pt x="11706" y="222189"/>
                  </a:cubicBezTo>
                  <a:lnTo>
                    <a:pt x="274776" y="10701"/>
                  </a:lnTo>
                  <a:cubicBezTo>
                    <a:pt x="292524" y="-3567"/>
                    <a:pt x="317808" y="-3567"/>
                    <a:pt x="335556" y="10701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52400" y="57150"/>
              <a:ext cx="3429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629831" y="1591637"/>
            <a:ext cx="9028338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PERKENALAN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0976" y="4844121"/>
            <a:ext cx="1745509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JIAN SAFITRI WIBOWO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48772" y="3903009"/>
            <a:ext cx="3164356" cy="2543894"/>
            <a:chOff x="0" y="0"/>
            <a:chExt cx="647700" cy="520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8684" y="13730"/>
              <a:ext cx="610333" cy="493240"/>
            </a:xfrm>
            <a:custGeom>
              <a:avLst/>
              <a:gdLst/>
              <a:ahLst/>
              <a:cxnLst/>
              <a:rect r="r" b="b" t="t" l="l"/>
              <a:pathLst>
                <a:path h="493240" w="610333">
                  <a:moveTo>
                    <a:pt x="335556" y="10701"/>
                  </a:moveTo>
                  <a:lnTo>
                    <a:pt x="598626" y="222189"/>
                  </a:lnTo>
                  <a:cubicBezTo>
                    <a:pt x="606027" y="228139"/>
                    <a:pt x="610332" y="237123"/>
                    <a:pt x="610332" y="246620"/>
                  </a:cubicBezTo>
                  <a:cubicBezTo>
                    <a:pt x="610332" y="256117"/>
                    <a:pt x="606027" y="265101"/>
                    <a:pt x="598626" y="271051"/>
                  </a:cubicBezTo>
                  <a:lnTo>
                    <a:pt x="335556" y="482539"/>
                  </a:lnTo>
                  <a:cubicBezTo>
                    <a:pt x="317808" y="496807"/>
                    <a:pt x="292524" y="496807"/>
                    <a:pt x="274776" y="482539"/>
                  </a:cubicBezTo>
                  <a:lnTo>
                    <a:pt x="11706" y="271051"/>
                  </a:lnTo>
                  <a:cubicBezTo>
                    <a:pt x="4305" y="265101"/>
                    <a:pt x="0" y="256117"/>
                    <a:pt x="0" y="246620"/>
                  </a:cubicBezTo>
                  <a:cubicBezTo>
                    <a:pt x="0" y="237123"/>
                    <a:pt x="4305" y="228139"/>
                    <a:pt x="11706" y="222189"/>
                  </a:cubicBezTo>
                  <a:lnTo>
                    <a:pt x="274776" y="10701"/>
                  </a:lnTo>
                  <a:cubicBezTo>
                    <a:pt x="292524" y="-3567"/>
                    <a:pt x="317808" y="-3567"/>
                    <a:pt x="335556" y="10701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52400" y="57150"/>
              <a:ext cx="3429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75203" y="3903009"/>
            <a:ext cx="3164356" cy="2543894"/>
            <a:chOff x="0" y="0"/>
            <a:chExt cx="647700" cy="520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8684" y="13730"/>
              <a:ext cx="610333" cy="493240"/>
            </a:xfrm>
            <a:custGeom>
              <a:avLst/>
              <a:gdLst/>
              <a:ahLst/>
              <a:cxnLst/>
              <a:rect r="r" b="b" t="t" l="l"/>
              <a:pathLst>
                <a:path h="493240" w="610333">
                  <a:moveTo>
                    <a:pt x="335556" y="10701"/>
                  </a:moveTo>
                  <a:lnTo>
                    <a:pt x="598626" y="222189"/>
                  </a:lnTo>
                  <a:cubicBezTo>
                    <a:pt x="606027" y="228139"/>
                    <a:pt x="610332" y="237123"/>
                    <a:pt x="610332" y="246620"/>
                  </a:cubicBezTo>
                  <a:cubicBezTo>
                    <a:pt x="610332" y="256117"/>
                    <a:pt x="606027" y="265101"/>
                    <a:pt x="598626" y="271051"/>
                  </a:cubicBezTo>
                  <a:lnTo>
                    <a:pt x="335556" y="482539"/>
                  </a:lnTo>
                  <a:cubicBezTo>
                    <a:pt x="317808" y="496807"/>
                    <a:pt x="292524" y="496807"/>
                    <a:pt x="274776" y="482539"/>
                  </a:cubicBezTo>
                  <a:lnTo>
                    <a:pt x="11706" y="271051"/>
                  </a:lnTo>
                  <a:cubicBezTo>
                    <a:pt x="4305" y="265101"/>
                    <a:pt x="0" y="256117"/>
                    <a:pt x="0" y="246620"/>
                  </a:cubicBezTo>
                  <a:cubicBezTo>
                    <a:pt x="0" y="237123"/>
                    <a:pt x="4305" y="228139"/>
                    <a:pt x="11706" y="222189"/>
                  </a:cubicBezTo>
                  <a:lnTo>
                    <a:pt x="274776" y="10701"/>
                  </a:lnTo>
                  <a:cubicBezTo>
                    <a:pt x="292524" y="-3567"/>
                    <a:pt x="317808" y="-3567"/>
                    <a:pt x="335556" y="10701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52400" y="57150"/>
              <a:ext cx="3429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42872" y="6714406"/>
            <a:ext cx="3164356" cy="2543894"/>
            <a:chOff x="0" y="0"/>
            <a:chExt cx="647700" cy="520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8684" y="13730"/>
              <a:ext cx="610333" cy="493240"/>
            </a:xfrm>
            <a:custGeom>
              <a:avLst/>
              <a:gdLst/>
              <a:ahLst/>
              <a:cxnLst/>
              <a:rect r="r" b="b" t="t" l="l"/>
              <a:pathLst>
                <a:path h="493240" w="610333">
                  <a:moveTo>
                    <a:pt x="335556" y="10701"/>
                  </a:moveTo>
                  <a:lnTo>
                    <a:pt x="598626" y="222189"/>
                  </a:lnTo>
                  <a:cubicBezTo>
                    <a:pt x="606027" y="228139"/>
                    <a:pt x="610332" y="237123"/>
                    <a:pt x="610332" y="246620"/>
                  </a:cubicBezTo>
                  <a:cubicBezTo>
                    <a:pt x="610332" y="256117"/>
                    <a:pt x="606027" y="265101"/>
                    <a:pt x="598626" y="271051"/>
                  </a:cubicBezTo>
                  <a:lnTo>
                    <a:pt x="335556" y="482539"/>
                  </a:lnTo>
                  <a:cubicBezTo>
                    <a:pt x="317808" y="496807"/>
                    <a:pt x="292524" y="496807"/>
                    <a:pt x="274776" y="482539"/>
                  </a:cubicBezTo>
                  <a:lnTo>
                    <a:pt x="11706" y="271051"/>
                  </a:lnTo>
                  <a:cubicBezTo>
                    <a:pt x="4305" y="265101"/>
                    <a:pt x="0" y="256117"/>
                    <a:pt x="0" y="246620"/>
                  </a:cubicBezTo>
                  <a:cubicBezTo>
                    <a:pt x="0" y="237123"/>
                    <a:pt x="4305" y="228139"/>
                    <a:pt x="11706" y="222189"/>
                  </a:cubicBezTo>
                  <a:lnTo>
                    <a:pt x="274776" y="10701"/>
                  </a:lnTo>
                  <a:cubicBezTo>
                    <a:pt x="292524" y="-3567"/>
                    <a:pt x="317808" y="-3567"/>
                    <a:pt x="335556" y="10701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52400" y="57150"/>
              <a:ext cx="3429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43496" y="6714406"/>
            <a:ext cx="3164356" cy="2543894"/>
            <a:chOff x="0" y="0"/>
            <a:chExt cx="647700" cy="520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8684" y="13730"/>
              <a:ext cx="610333" cy="493240"/>
            </a:xfrm>
            <a:custGeom>
              <a:avLst/>
              <a:gdLst/>
              <a:ahLst/>
              <a:cxnLst/>
              <a:rect r="r" b="b" t="t" l="l"/>
              <a:pathLst>
                <a:path h="493240" w="610333">
                  <a:moveTo>
                    <a:pt x="335556" y="10701"/>
                  </a:moveTo>
                  <a:lnTo>
                    <a:pt x="598626" y="222189"/>
                  </a:lnTo>
                  <a:cubicBezTo>
                    <a:pt x="606027" y="228139"/>
                    <a:pt x="610332" y="237123"/>
                    <a:pt x="610332" y="246620"/>
                  </a:cubicBezTo>
                  <a:cubicBezTo>
                    <a:pt x="610332" y="256117"/>
                    <a:pt x="606027" y="265101"/>
                    <a:pt x="598626" y="271051"/>
                  </a:cubicBezTo>
                  <a:lnTo>
                    <a:pt x="335556" y="482539"/>
                  </a:lnTo>
                  <a:cubicBezTo>
                    <a:pt x="317808" y="496807"/>
                    <a:pt x="292524" y="496807"/>
                    <a:pt x="274776" y="482539"/>
                  </a:cubicBezTo>
                  <a:lnTo>
                    <a:pt x="11706" y="271051"/>
                  </a:lnTo>
                  <a:cubicBezTo>
                    <a:pt x="4305" y="265101"/>
                    <a:pt x="0" y="256117"/>
                    <a:pt x="0" y="246620"/>
                  </a:cubicBezTo>
                  <a:cubicBezTo>
                    <a:pt x="0" y="237123"/>
                    <a:pt x="4305" y="228139"/>
                    <a:pt x="11706" y="222189"/>
                  </a:cubicBezTo>
                  <a:lnTo>
                    <a:pt x="274776" y="10701"/>
                  </a:lnTo>
                  <a:cubicBezTo>
                    <a:pt x="292524" y="-3567"/>
                    <a:pt x="317808" y="-3567"/>
                    <a:pt x="335556" y="10701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52400" y="57150"/>
              <a:ext cx="3429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271245" y="4991758"/>
            <a:ext cx="1745509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NABIL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84626" y="4844121"/>
            <a:ext cx="1745509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KEVIN BRIAN RIZKY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52296" y="7507880"/>
            <a:ext cx="1745509" cy="89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DEVANOVITA CHELSEA PRASOJO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52920" y="7655518"/>
            <a:ext cx="1745509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ANNISA DARMAWAN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95225" y="1394215"/>
            <a:ext cx="11097550" cy="1283843"/>
            <a:chOff x="0" y="0"/>
            <a:chExt cx="2922812" cy="338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2812" cy="338131"/>
            </a:xfrm>
            <a:custGeom>
              <a:avLst/>
              <a:gdLst/>
              <a:ahLst/>
              <a:cxnLst/>
              <a:rect r="r" b="b" t="t" l="l"/>
              <a:pathLst>
                <a:path h="338131" w="2922812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76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30428" y="4302901"/>
            <a:ext cx="3086100" cy="2036826"/>
            <a:chOff x="0" y="0"/>
            <a:chExt cx="635000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855025" y="1591637"/>
            <a:ext cx="1057795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DAFTAR ISI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6218" y="4932694"/>
            <a:ext cx="238502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LATAR BELAKANG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595225" y="6857086"/>
            <a:ext cx="3086100" cy="2036826"/>
            <a:chOff x="0" y="0"/>
            <a:chExt cx="635000" cy="419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54766" y="4302901"/>
            <a:ext cx="3086100" cy="2036826"/>
            <a:chOff x="0" y="0"/>
            <a:chExt cx="635000" cy="419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40764" y="6857086"/>
            <a:ext cx="3086100" cy="2036826"/>
            <a:chOff x="0" y="0"/>
            <a:chExt cx="635000" cy="419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22214" y="6857086"/>
            <a:ext cx="3086100" cy="2036826"/>
            <a:chOff x="0" y="0"/>
            <a:chExt cx="635000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79103" y="4302901"/>
            <a:ext cx="3086100" cy="2036826"/>
            <a:chOff x="0" y="0"/>
            <a:chExt cx="635000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946278" y="4302901"/>
            <a:ext cx="3086100" cy="2036826"/>
            <a:chOff x="0" y="0"/>
            <a:chExt cx="635000" cy="419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5F6C9C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005305" y="5001274"/>
            <a:ext cx="238502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RUMUSAN MASALAH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36803" y="5001274"/>
            <a:ext cx="238502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MANFAAT PROJEK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72752" y="7486879"/>
            <a:ext cx="238502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TAHAPAN IMPEMENTASI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69628" y="5001274"/>
            <a:ext cx="238502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TUJUAN PROJEK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45764" y="7486879"/>
            <a:ext cx="238502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TEKNOLOGI UTAMA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91302" y="7486879"/>
            <a:ext cx="238502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IP PLAN &amp; ROUTING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52101" y="1394215"/>
            <a:ext cx="11783798" cy="1283843"/>
            <a:chOff x="0" y="0"/>
            <a:chExt cx="3103552" cy="338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3552" cy="338131"/>
            </a:xfrm>
            <a:custGeom>
              <a:avLst/>
              <a:gdLst/>
              <a:ahLst/>
              <a:cxnLst/>
              <a:rect r="r" b="b" t="t" l="l"/>
              <a:pathLst>
                <a:path h="338131" w="3103552">
                  <a:moveTo>
                    <a:pt x="33507" y="0"/>
                  </a:moveTo>
                  <a:lnTo>
                    <a:pt x="3070045" y="0"/>
                  </a:lnTo>
                  <a:cubicBezTo>
                    <a:pt x="3078931" y="0"/>
                    <a:pt x="3087454" y="3530"/>
                    <a:pt x="3093738" y="9814"/>
                  </a:cubicBezTo>
                  <a:cubicBezTo>
                    <a:pt x="3100021" y="16098"/>
                    <a:pt x="3103552" y="24620"/>
                    <a:pt x="3103552" y="33507"/>
                  </a:cubicBezTo>
                  <a:lnTo>
                    <a:pt x="3103552" y="304625"/>
                  </a:lnTo>
                  <a:cubicBezTo>
                    <a:pt x="3103552" y="323130"/>
                    <a:pt x="3088550" y="338131"/>
                    <a:pt x="3070045" y="338131"/>
                  </a:cubicBezTo>
                  <a:lnTo>
                    <a:pt x="33507" y="338131"/>
                  </a:lnTo>
                  <a:cubicBezTo>
                    <a:pt x="24620" y="338131"/>
                    <a:pt x="16098" y="334601"/>
                    <a:pt x="9814" y="328318"/>
                  </a:cubicBezTo>
                  <a:cubicBezTo>
                    <a:pt x="3530" y="322034"/>
                    <a:pt x="0" y="313511"/>
                    <a:pt x="0" y="304625"/>
                  </a:cubicBezTo>
                  <a:lnTo>
                    <a:pt x="0" y="33507"/>
                  </a:lnTo>
                  <a:cubicBezTo>
                    <a:pt x="0" y="24620"/>
                    <a:pt x="3530" y="16098"/>
                    <a:pt x="9814" y="9814"/>
                  </a:cubicBezTo>
                  <a:cubicBezTo>
                    <a:pt x="16098" y="3530"/>
                    <a:pt x="24620" y="0"/>
                    <a:pt x="33507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103552" cy="43338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76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46091" y="2972648"/>
            <a:ext cx="6897696" cy="3051649"/>
          </a:xfrm>
          <a:custGeom>
            <a:avLst/>
            <a:gdLst/>
            <a:ahLst/>
            <a:cxnLst/>
            <a:rect r="r" b="b" t="t" l="l"/>
            <a:pathLst>
              <a:path h="3051649" w="6897696">
                <a:moveTo>
                  <a:pt x="0" y="0"/>
                </a:moveTo>
                <a:lnTo>
                  <a:pt x="6897696" y="0"/>
                </a:lnTo>
                <a:lnTo>
                  <a:pt x="6897696" y="3051649"/>
                </a:lnTo>
                <a:lnTo>
                  <a:pt x="0" y="3051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10259" y="2972648"/>
            <a:ext cx="6897696" cy="3051649"/>
          </a:xfrm>
          <a:custGeom>
            <a:avLst/>
            <a:gdLst/>
            <a:ahLst/>
            <a:cxnLst/>
            <a:rect r="r" b="b" t="t" l="l"/>
            <a:pathLst>
              <a:path h="3051649" w="6897696">
                <a:moveTo>
                  <a:pt x="0" y="0"/>
                </a:moveTo>
                <a:lnTo>
                  <a:pt x="6897697" y="0"/>
                </a:lnTo>
                <a:lnTo>
                  <a:pt x="6897697" y="3051649"/>
                </a:lnTo>
                <a:lnTo>
                  <a:pt x="0" y="3051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6091" y="6024297"/>
            <a:ext cx="6897696" cy="3041962"/>
          </a:xfrm>
          <a:custGeom>
            <a:avLst/>
            <a:gdLst/>
            <a:ahLst/>
            <a:cxnLst/>
            <a:rect r="r" b="b" t="t" l="l"/>
            <a:pathLst>
              <a:path h="3041962" w="6897696">
                <a:moveTo>
                  <a:pt x="0" y="0"/>
                </a:moveTo>
                <a:lnTo>
                  <a:pt x="6897696" y="0"/>
                </a:lnTo>
                <a:lnTo>
                  <a:pt x="6897696" y="3041961"/>
                </a:lnTo>
                <a:lnTo>
                  <a:pt x="0" y="30419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10259" y="6024297"/>
            <a:ext cx="6897696" cy="3041962"/>
          </a:xfrm>
          <a:custGeom>
            <a:avLst/>
            <a:gdLst/>
            <a:ahLst/>
            <a:cxnLst/>
            <a:rect r="r" b="b" t="t" l="l"/>
            <a:pathLst>
              <a:path h="3041962" w="6897696">
                <a:moveTo>
                  <a:pt x="0" y="0"/>
                </a:moveTo>
                <a:lnTo>
                  <a:pt x="6897697" y="0"/>
                </a:lnTo>
                <a:lnTo>
                  <a:pt x="6897697" y="3041961"/>
                </a:lnTo>
                <a:lnTo>
                  <a:pt x="0" y="3041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12747" y="1591637"/>
            <a:ext cx="11462506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LATAR BELAKANG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95225" y="1394215"/>
            <a:ext cx="11097550" cy="1283843"/>
            <a:chOff x="0" y="0"/>
            <a:chExt cx="2922812" cy="338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2812" cy="338131"/>
            </a:xfrm>
            <a:custGeom>
              <a:avLst/>
              <a:gdLst/>
              <a:ahLst/>
              <a:cxnLst/>
              <a:rect r="r" b="b" t="t" l="l"/>
              <a:pathLst>
                <a:path h="338131" w="2922812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76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855025" y="1591637"/>
            <a:ext cx="10577950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RUMUSAN MASALAH</a:t>
            </a:r>
          </a:p>
          <a:p>
            <a:pPr algn="ctr">
              <a:lnSpc>
                <a:spcPts val="76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643103" y="2942110"/>
            <a:ext cx="13001795" cy="557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1.Bagai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 membangun topologi jaringan multi-subnet di GNS3 dengan router Cisco c7200 dan static routing?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2.Bagaimana mengonfigurasi SNMP pada router Cisco c7200 agar data dapat dikumpulkan Zabbix secara periodik?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3.Bagaimana melakukan instalasi &amp; konfigurasi Zabbix Server pada Ubuntu Server?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4.Bagaimana mengintegrasikan Zabbix dengan perangkat jaringan via SNMP untuk monitoring CPU, traffic &amp; availability?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5.Bagaimana merancang dashboard monitoring Zabbix yang informatif bagi administrator?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6.Bagaimana Zabbix mendeteksi dan memberi peringatan saat terjadi gangguan jaringan?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95225" y="1394215"/>
            <a:ext cx="11097550" cy="1283843"/>
            <a:chOff x="0" y="0"/>
            <a:chExt cx="2922812" cy="338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2812" cy="338131"/>
            </a:xfrm>
            <a:custGeom>
              <a:avLst/>
              <a:gdLst/>
              <a:ahLst/>
              <a:cxnLst/>
              <a:rect r="r" b="b" t="t" l="l"/>
              <a:pathLst>
                <a:path h="338131" w="2922812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76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47882" y="2678058"/>
            <a:ext cx="6928934" cy="2257743"/>
          </a:xfrm>
          <a:custGeom>
            <a:avLst/>
            <a:gdLst/>
            <a:ahLst/>
            <a:cxnLst/>
            <a:rect r="r" b="b" t="t" l="l"/>
            <a:pathLst>
              <a:path h="2257743" w="6928934">
                <a:moveTo>
                  <a:pt x="0" y="0"/>
                </a:moveTo>
                <a:lnTo>
                  <a:pt x="6928934" y="0"/>
                </a:lnTo>
                <a:lnTo>
                  <a:pt x="6928934" y="2257743"/>
                </a:lnTo>
                <a:lnTo>
                  <a:pt x="0" y="2257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0005" y="4823959"/>
            <a:ext cx="6928934" cy="2257743"/>
          </a:xfrm>
          <a:custGeom>
            <a:avLst/>
            <a:gdLst/>
            <a:ahLst/>
            <a:cxnLst/>
            <a:rect r="r" b="b" t="t" l="l"/>
            <a:pathLst>
              <a:path h="2257743" w="6928934">
                <a:moveTo>
                  <a:pt x="0" y="0"/>
                </a:moveTo>
                <a:lnTo>
                  <a:pt x="6928934" y="0"/>
                </a:lnTo>
                <a:lnTo>
                  <a:pt x="6928934" y="2257743"/>
                </a:lnTo>
                <a:lnTo>
                  <a:pt x="0" y="2257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70005" y="7081702"/>
            <a:ext cx="6928934" cy="2257743"/>
          </a:xfrm>
          <a:custGeom>
            <a:avLst/>
            <a:gdLst/>
            <a:ahLst/>
            <a:cxnLst/>
            <a:rect r="r" b="b" t="t" l="l"/>
            <a:pathLst>
              <a:path h="2257743" w="6928934">
                <a:moveTo>
                  <a:pt x="0" y="0"/>
                </a:moveTo>
                <a:lnTo>
                  <a:pt x="6928934" y="0"/>
                </a:lnTo>
                <a:lnTo>
                  <a:pt x="6928934" y="2257742"/>
                </a:lnTo>
                <a:lnTo>
                  <a:pt x="0" y="22577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85449" y="2678058"/>
            <a:ext cx="6928934" cy="2257743"/>
          </a:xfrm>
          <a:custGeom>
            <a:avLst/>
            <a:gdLst/>
            <a:ahLst/>
            <a:cxnLst/>
            <a:rect r="r" b="b" t="t" l="l"/>
            <a:pathLst>
              <a:path h="2257743" w="6928934">
                <a:moveTo>
                  <a:pt x="0" y="0"/>
                </a:moveTo>
                <a:lnTo>
                  <a:pt x="6928935" y="0"/>
                </a:lnTo>
                <a:lnTo>
                  <a:pt x="6928935" y="2257743"/>
                </a:lnTo>
                <a:lnTo>
                  <a:pt x="0" y="2257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85449" y="4816751"/>
            <a:ext cx="6951057" cy="2264951"/>
          </a:xfrm>
          <a:custGeom>
            <a:avLst/>
            <a:gdLst/>
            <a:ahLst/>
            <a:cxnLst/>
            <a:rect r="r" b="b" t="t" l="l"/>
            <a:pathLst>
              <a:path h="2264951" w="6951057">
                <a:moveTo>
                  <a:pt x="0" y="0"/>
                </a:moveTo>
                <a:lnTo>
                  <a:pt x="6951057" y="0"/>
                </a:lnTo>
                <a:lnTo>
                  <a:pt x="6951057" y="2264951"/>
                </a:lnTo>
                <a:lnTo>
                  <a:pt x="0" y="22649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25897" y="7013737"/>
            <a:ext cx="6888486" cy="2244563"/>
          </a:xfrm>
          <a:custGeom>
            <a:avLst/>
            <a:gdLst/>
            <a:ahLst/>
            <a:cxnLst/>
            <a:rect r="r" b="b" t="t" l="l"/>
            <a:pathLst>
              <a:path h="2244563" w="6888486">
                <a:moveTo>
                  <a:pt x="0" y="0"/>
                </a:moveTo>
                <a:lnTo>
                  <a:pt x="6888487" y="0"/>
                </a:lnTo>
                <a:lnTo>
                  <a:pt x="6888487" y="2244563"/>
                </a:lnTo>
                <a:lnTo>
                  <a:pt x="0" y="2244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55025" y="1591637"/>
            <a:ext cx="10577950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TUJUAN PROYEK</a:t>
            </a:r>
          </a:p>
          <a:p>
            <a:pPr algn="ctr">
              <a:lnSpc>
                <a:spcPts val="76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95225" y="1394215"/>
            <a:ext cx="11097550" cy="1283843"/>
            <a:chOff x="0" y="0"/>
            <a:chExt cx="2922812" cy="338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2812" cy="338131"/>
            </a:xfrm>
            <a:custGeom>
              <a:avLst/>
              <a:gdLst/>
              <a:ahLst/>
              <a:cxnLst/>
              <a:rect r="r" b="b" t="t" l="l"/>
              <a:pathLst>
                <a:path h="338131" w="2922812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76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855025" y="1591637"/>
            <a:ext cx="10577950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MANFAAT PROYEK</a:t>
            </a:r>
          </a:p>
          <a:p>
            <a:pPr algn="ctr">
              <a:lnSpc>
                <a:spcPts val="76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643103" y="3220180"/>
            <a:ext cx="13001795" cy="461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Manfaat Akademik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•Memperluas pengalaman praktis mahasiswa dalam implementasi sistem jaringan.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•Memperdalam pemahaman SNMP, arsitektur NMS, dan GNS3.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•Menjadi referensi akademik bagi peneliti lain di bidang network monitoring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Manfaat Praktis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•Panduan teknis pembangunan sistem Zabbix yang siap diimplementasikan.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•Membuktikan efektivitas open-source sebagai alternatif platform berbayar.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•Membuktikan kompetensi mahasiswa TI UMRAH dalam teknologi jaringan tingkat lanjut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52101" y="1394215"/>
            <a:ext cx="11783798" cy="1283843"/>
            <a:chOff x="0" y="0"/>
            <a:chExt cx="3103552" cy="338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3552" cy="338131"/>
            </a:xfrm>
            <a:custGeom>
              <a:avLst/>
              <a:gdLst/>
              <a:ahLst/>
              <a:cxnLst/>
              <a:rect r="r" b="b" t="t" l="l"/>
              <a:pathLst>
                <a:path h="338131" w="3103552">
                  <a:moveTo>
                    <a:pt x="33507" y="0"/>
                  </a:moveTo>
                  <a:lnTo>
                    <a:pt x="3070045" y="0"/>
                  </a:lnTo>
                  <a:cubicBezTo>
                    <a:pt x="3078931" y="0"/>
                    <a:pt x="3087454" y="3530"/>
                    <a:pt x="3093738" y="9814"/>
                  </a:cubicBezTo>
                  <a:cubicBezTo>
                    <a:pt x="3100021" y="16098"/>
                    <a:pt x="3103552" y="24620"/>
                    <a:pt x="3103552" y="33507"/>
                  </a:cubicBezTo>
                  <a:lnTo>
                    <a:pt x="3103552" y="304625"/>
                  </a:lnTo>
                  <a:cubicBezTo>
                    <a:pt x="3103552" y="323130"/>
                    <a:pt x="3088550" y="338131"/>
                    <a:pt x="3070045" y="338131"/>
                  </a:cubicBezTo>
                  <a:lnTo>
                    <a:pt x="33507" y="338131"/>
                  </a:lnTo>
                  <a:cubicBezTo>
                    <a:pt x="24620" y="338131"/>
                    <a:pt x="16098" y="334601"/>
                    <a:pt x="9814" y="328318"/>
                  </a:cubicBezTo>
                  <a:cubicBezTo>
                    <a:pt x="3530" y="322034"/>
                    <a:pt x="0" y="313511"/>
                    <a:pt x="0" y="304625"/>
                  </a:cubicBezTo>
                  <a:lnTo>
                    <a:pt x="0" y="33507"/>
                  </a:lnTo>
                  <a:cubicBezTo>
                    <a:pt x="0" y="24620"/>
                    <a:pt x="3530" y="16098"/>
                    <a:pt x="9814" y="9814"/>
                  </a:cubicBezTo>
                  <a:cubicBezTo>
                    <a:pt x="16098" y="3530"/>
                    <a:pt x="24620" y="0"/>
                    <a:pt x="33507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103552" cy="43338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76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56921" y="3076724"/>
            <a:ext cx="4739582" cy="3153027"/>
          </a:xfrm>
          <a:custGeom>
            <a:avLst/>
            <a:gdLst/>
            <a:ahLst/>
            <a:cxnLst/>
            <a:rect r="r" b="b" t="t" l="l"/>
            <a:pathLst>
              <a:path h="3153027" w="4739582">
                <a:moveTo>
                  <a:pt x="0" y="0"/>
                </a:moveTo>
                <a:lnTo>
                  <a:pt x="4739582" y="0"/>
                </a:lnTo>
                <a:lnTo>
                  <a:pt x="4739582" y="3153027"/>
                </a:lnTo>
                <a:lnTo>
                  <a:pt x="0" y="315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6921" y="6105273"/>
            <a:ext cx="4739582" cy="3153027"/>
          </a:xfrm>
          <a:custGeom>
            <a:avLst/>
            <a:gdLst/>
            <a:ahLst/>
            <a:cxnLst/>
            <a:rect r="r" b="b" t="t" l="l"/>
            <a:pathLst>
              <a:path h="3153027" w="4739582">
                <a:moveTo>
                  <a:pt x="0" y="0"/>
                </a:moveTo>
                <a:lnTo>
                  <a:pt x="4739582" y="0"/>
                </a:lnTo>
                <a:lnTo>
                  <a:pt x="4739582" y="3153027"/>
                </a:lnTo>
                <a:lnTo>
                  <a:pt x="0" y="3153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74209" y="3076724"/>
            <a:ext cx="4739582" cy="3153027"/>
          </a:xfrm>
          <a:custGeom>
            <a:avLst/>
            <a:gdLst/>
            <a:ahLst/>
            <a:cxnLst/>
            <a:rect r="r" b="b" t="t" l="l"/>
            <a:pathLst>
              <a:path h="3153027" w="4739582">
                <a:moveTo>
                  <a:pt x="0" y="0"/>
                </a:moveTo>
                <a:lnTo>
                  <a:pt x="4739582" y="0"/>
                </a:lnTo>
                <a:lnTo>
                  <a:pt x="4739582" y="3153027"/>
                </a:lnTo>
                <a:lnTo>
                  <a:pt x="0" y="315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23084" y="6071262"/>
            <a:ext cx="4841831" cy="3221049"/>
          </a:xfrm>
          <a:custGeom>
            <a:avLst/>
            <a:gdLst/>
            <a:ahLst/>
            <a:cxnLst/>
            <a:rect r="r" b="b" t="t" l="l"/>
            <a:pathLst>
              <a:path h="3221049" w="4841831">
                <a:moveTo>
                  <a:pt x="0" y="0"/>
                </a:moveTo>
                <a:lnTo>
                  <a:pt x="4841832" y="0"/>
                </a:lnTo>
                <a:lnTo>
                  <a:pt x="4841832" y="3221049"/>
                </a:lnTo>
                <a:lnTo>
                  <a:pt x="0" y="322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88816" y="3076724"/>
            <a:ext cx="4804141" cy="3195975"/>
          </a:xfrm>
          <a:custGeom>
            <a:avLst/>
            <a:gdLst/>
            <a:ahLst/>
            <a:cxnLst/>
            <a:rect r="r" b="b" t="t" l="l"/>
            <a:pathLst>
              <a:path h="3195975" w="4804141">
                <a:moveTo>
                  <a:pt x="0" y="0"/>
                </a:moveTo>
                <a:lnTo>
                  <a:pt x="4804141" y="0"/>
                </a:lnTo>
                <a:lnTo>
                  <a:pt x="4804141" y="3195975"/>
                </a:lnTo>
                <a:lnTo>
                  <a:pt x="0" y="3195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19754" y="6071262"/>
            <a:ext cx="4742264" cy="3154811"/>
          </a:xfrm>
          <a:custGeom>
            <a:avLst/>
            <a:gdLst/>
            <a:ahLst/>
            <a:cxnLst/>
            <a:rect r="r" b="b" t="t" l="l"/>
            <a:pathLst>
              <a:path h="3154811" w="4742264">
                <a:moveTo>
                  <a:pt x="0" y="0"/>
                </a:moveTo>
                <a:lnTo>
                  <a:pt x="4742264" y="0"/>
                </a:lnTo>
                <a:lnTo>
                  <a:pt x="4742264" y="3154811"/>
                </a:lnTo>
                <a:lnTo>
                  <a:pt x="0" y="31548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12747" y="1591637"/>
            <a:ext cx="11462506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TEKNOLOGI UTAMA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52101" y="1394215"/>
            <a:ext cx="11783798" cy="1283843"/>
            <a:chOff x="0" y="0"/>
            <a:chExt cx="3103552" cy="338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3552" cy="338131"/>
            </a:xfrm>
            <a:custGeom>
              <a:avLst/>
              <a:gdLst/>
              <a:ahLst/>
              <a:cxnLst/>
              <a:rect r="r" b="b" t="t" l="l"/>
              <a:pathLst>
                <a:path h="338131" w="3103552">
                  <a:moveTo>
                    <a:pt x="33507" y="0"/>
                  </a:moveTo>
                  <a:lnTo>
                    <a:pt x="3070045" y="0"/>
                  </a:lnTo>
                  <a:cubicBezTo>
                    <a:pt x="3078931" y="0"/>
                    <a:pt x="3087454" y="3530"/>
                    <a:pt x="3093738" y="9814"/>
                  </a:cubicBezTo>
                  <a:cubicBezTo>
                    <a:pt x="3100021" y="16098"/>
                    <a:pt x="3103552" y="24620"/>
                    <a:pt x="3103552" y="33507"/>
                  </a:cubicBezTo>
                  <a:lnTo>
                    <a:pt x="3103552" y="304625"/>
                  </a:lnTo>
                  <a:cubicBezTo>
                    <a:pt x="3103552" y="323130"/>
                    <a:pt x="3088550" y="338131"/>
                    <a:pt x="3070045" y="338131"/>
                  </a:cubicBezTo>
                  <a:lnTo>
                    <a:pt x="33507" y="338131"/>
                  </a:lnTo>
                  <a:cubicBezTo>
                    <a:pt x="24620" y="338131"/>
                    <a:pt x="16098" y="334601"/>
                    <a:pt x="9814" y="328318"/>
                  </a:cubicBezTo>
                  <a:cubicBezTo>
                    <a:pt x="3530" y="322034"/>
                    <a:pt x="0" y="313511"/>
                    <a:pt x="0" y="304625"/>
                  </a:cubicBezTo>
                  <a:lnTo>
                    <a:pt x="0" y="33507"/>
                  </a:lnTo>
                  <a:cubicBezTo>
                    <a:pt x="0" y="24620"/>
                    <a:pt x="3530" y="16098"/>
                    <a:pt x="9814" y="9814"/>
                  </a:cubicBezTo>
                  <a:cubicBezTo>
                    <a:pt x="16098" y="3530"/>
                    <a:pt x="24620" y="0"/>
                    <a:pt x="33507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103552" cy="43338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76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97065" y="2897904"/>
            <a:ext cx="14093871" cy="6146352"/>
          </a:xfrm>
          <a:custGeom>
            <a:avLst/>
            <a:gdLst/>
            <a:ahLst/>
            <a:cxnLst/>
            <a:rect r="r" b="b" t="t" l="l"/>
            <a:pathLst>
              <a:path h="6146352" w="14093871">
                <a:moveTo>
                  <a:pt x="0" y="0"/>
                </a:moveTo>
                <a:lnTo>
                  <a:pt x="14093870" y="0"/>
                </a:lnTo>
                <a:lnTo>
                  <a:pt x="14093870" y="6146352"/>
                </a:lnTo>
                <a:lnTo>
                  <a:pt x="0" y="6146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12747" y="1591637"/>
            <a:ext cx="11462506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IP PLAN &amp; ROUTING</a:t>
            </a:r>
          </a:p>
          <a:p>
            <a:pPr algn="ctr">
              <a:lnSpc>
                <a:spcPts val="76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95225" y="1394215"/>
            <a:ext cx="11097550" cy="1283843"/>
            <a:chOff x="0" y="0"/>
            <a:chExt cx="2922812" cy="338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2812" cy="338131"/>
            </a:xfrm>
            <a:custGeom>
              <a:avLst/>
              <a:gdLst/>
              <a:ahLst/>
              <a:cxnLst/>
              <a:rect r="r" b="b" t="t" l="l"/>
              <a:pathLst>
                <a:path h="338131" w="2922812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76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2678058"/>
            <a:ext cx="7413360" cy="2332293"/>
          </a:xfrm>
          <a:custGeom>
            <a:avLst/>
            <a:gdLst/>
            <a:ahLst/>
            <a:cxnLst/>
            <a:rect r="r" b="b" t="t" l="l"/>
            <a:pathLst>
              <a:path h="2332293" w="7413360">
                <a:moveTo>
                  <a:pt x="0" y="0"/>
                </a:moveTo>
                <a:lnTo>
                  <a:pt x="7413360" y="0"/>
                </a:lnTo>
                <a:lnTo>
                  <a:pt x="7413360" y="2332293"/>
                </a:lnTo>
                <a:lnTo>
                  <a:pt x="0" y="2332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45940" y="2726759"/>
            <a:ext cx="7413360" cy="2283592"/>
          </a:xfrm>
          <a:custGeom>
            <a:avLst/>
            <a:gdLst/>
            <a:ahLst/>
            <a:cxnLst/>
            <a:rect r="r" b="b" t="t" l="l"/>
            <a:pathLst>
              <a:path h="2283592" w="7413360">
                <a:moveTo>
                  <a:pt x="0" y="0"/>
                </a:moveTo>
                <a:lnTo>
                  <a:pt x="7413360" y="0"/>
                </a:lnTo>
                <a:lnTo>
                  <a:pt x="7413360" y="2283592"/>
                </a:lnTo>
                <a:lnTo>
                  <a:pt x="0" y="2283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66" r="0" b="-106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7377" y="4797781"/>
            <a:ext cx="7406122" cy="2330016"/>
          </a:xfrm>
          <a:custGeom>
            <a:avLst/>
            <a:gdLst/>
            <a:ahLst/>
            <a:cxnLst/>
            <a:rect r="r" b="b" t="t" l="l"/>
            <a:pathLst>
              <a:path h="2330016" w="7406122">
                <a:moveTo>
                  <a:pt x="0" y="0"/>
                </a:moveTo>
                <a:lnTo>
                  <a:pt x="7406122" y="0"/>
                </a:lnTo>
                <a:lnTo>
                  <a:pt x="7406122" y="2330016"/>
                </a:lnTo>
                <a:lnTo>
                  <a:pt x="0" y="23300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45940" y="4797781"/>
            <a:ext cx="7180944" cy="2363573"/>
          </a:xfrm>
          <a:custGeom>
            <a:avLst/>
            <a:gdLst/>
            <a:ahLst/>
            <a:cxnLst/>
            <a:rect r="r" b="b" t="t" l="l"/>
            <a:pathLst>
              <a:path h="2363573" w="7180944">
                <a:moveTo>
                  <a:pt x="0" y="0"/>
                </a:moveTo>
                <a:lnTo>
                  <a:pt x="7180944" y="0"/>
                </a:lnTo>
                <a:lnTo>
                  <a:pt x="7180944" y="2363573"/>
                </a:lnTo>
                <a:lnTo>
                  <a:pt x="0" y="23635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62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4498" y="6921539"/>
            <a:ext cx="7427562" cy="2336761"/>
          </a:xfrm>
          <a:custGeom>
            <a:avLst/>
            <a:gdLst/>
            <a:ahLst/>
            <a:cxnLst/>
            <a:rect r="r" b="b" t="t" l="l"/>
            <a:pathLst>
              <a:path h="2336761" w="7427562">
                <a:moveTo>
                  <a:pt x="0" y="0"/>
                </a:moveTo>
                <a:lnTo>
                  <a:pt x="7427562" y="0"/>
                </a:lnTo>
                <a:lnTo>
                  <a:pt x="7427562" y="2336761"/>
                </a:lnTo>
                <a:lnTo>
                  <a:pt x="0" y="23367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845940" y="6921539"/>
            <a:ext cx="7413360" cy="2332293"/>
          </a:xfrm>
          <a:custGeom>
            <a:avLst/>
            <a:gdLst/>
            <a:ahLst/>
            <a:cxnLst/>
            <a:rect r="r" b="b" t="t" l="l"/>
            <a:pathLst>
              <a:path h="2332293" w="7413360">
                <a:moveTo>
                  <a:pt x="0" y="0"/>
                </a:moveTo>
                <a:lnTo>
                  <a:pt x="7413360" y="0"/>
                </a:lnTo>
                <a:lnTo>
                  <a:pt x="7413360" y="2332293"/>
                </a:lnTo>
                <a:lnTo>
                  <a:pt x="0" y="23322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55025" y="1591637"/>
            <a:ext cx="10577950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TAHAPAN IMPLEMENTASI</a:t>
            </a:r>
          </a:p>
          <a:p>
            <a:pPr algn="ctr">
              <a:lnSpc>
                <a:spcPts val="76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8229600"/>
          </a:xfrm>
          <a:custGeom>
            <a:avLst/>
            <a:gdLst/>
            <a:ahLst/>
            <a:cxnLst/>
            <a:rect r="r" b="b" t="t" l="l"/>
            <a:pathLst>
              <a:path h="8229600" w="16230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-12808" r="0" b="-185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95225" y="1394215"/>
            <a:ext cx="11097550" cy="1283843"/>
            <a:chOff x="0" y="0"/>
            <a:chExt cx="2922812" cy="338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2812" cy="338131"/>
            </a:xfrm>
            <a:custGeom>
              <a:avLst/>
              <a:gdLst/>
              <a:ahLst/>
              <a:cxnLst/>
              <a:rect r="r" b="b" t="t" l="l"/>
              <a:pathLst>
                <a:path h="338131" w="2922812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76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855025" y="1591637"/>
            <a:ext cx="1057795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KESIMPULAN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43103" y="2821971"/>
            <a:ext cx="13001795" cy="629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istem monitoring jaringan berbasis Zabbix berhasil dibangun secara lengkap dan fungsional di lingkungan GNS3.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•Static routing pada R1 &amp; R2 menjamin komunikasi bidirectional antar subnet server (.10.0/24) dan client (.20.0/24), divalidasi via ping 100% &amp; traceroute 2 hop.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•SNMPv2c berhasil memfasilitasi Zabbix untuk polling periodik: CPU, traffic interface, uptime, dan parameter operasional lainnya.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•Dashboard Zabbix menyajikan visibilitas real-time &amp; terpusat: host status, grafik CPU, traffic, dan alerting anomali via halaman Problems.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•Log server tanpa error kritis membuktikan arsitektur monitoring berada dalam kondisi optimal.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DAG2PFge4CA</dc:identifier>
  <dcterms:modified xsi:type="dcterms:W3CDTF">2011-08-01T06:04:30Z</dcterms:modified>
  <cp:revision>1</cp:revision>
  <dc:title>LAPORAN AKHIR JARINGAN KOMPUTER KELOMPOK 4</dc:title>
</cp:coreProperties>
</file>